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DC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4" d="100"/>
          <a:sy n="94" d="100"/>
        </p:scale>
        <p:origin x="1464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035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Designed as an editable infographic based on the "Washroom Facilities" dataset categories (Washroom Building, Portable Toilet, Community Centre Washroom).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71441"/>
          </a:xfrm>
          <a:prstGeom prst="rect">
            <a:avLst/>
          </a:prstGeom>
          <a:solidFill>
            <a:srgbClr val="EEF2E6"/>
          </a:solidFill>
          <a:ln w="12700">
            <a:solidFill>
              <a:srgbClr val="EEF2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E90BDC7A-FC91-15DF-6EEB-8E50FD48C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39460"/>
            <a:ext cx="12192000" cy="1031981"/>
          </a:xfrm>
          <a:prstGeom prst="rect">
            <a:avLst/>
          </a:prstGeom>
        </p:spPr>
      </p:pic>
      <p:sp>
        <p:nvSpPr>
          <p:cNvPr id="8" name="Text 6"/>
          <p:cNvSpPr/>
          <p:nvPr/>
        </p:nvSpPr>
        <p:spPr>
          <a:xfrm>
            <a:off x="548640" y="223525"/>
            <a:ext cx="11091672" cy="1102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Washrooms in Toronto Parks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1828800" y="1417320"/>
            <a:ext cx="8531352" cy="0"/>
          </a:xfrm>
          <a:prstGeom prst="line">
            <a:avLst/>
          </a:prstGeom>
          <a:noFill/>
          <a:ln w="25400">
            <a:solidFill>
              <a:srgbClr val="C6D1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062472" y="1371600"/>
            <a:ext cx="91440" cy="91440"/>
          </a:xfrm>
          <a:prstGeom prst="diamond">
            <a:avLst/>
          </a:prstGeom>
          <a:solidFill>
            <a:srgbClr val="C6D1BC"/>
          </a:solidFill>
          <a:ln w="12700">
            <a:solidFill>
              <a:srgbClr val="C6D1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16002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A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Toronto parks offer public washroom facilities in three types: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3A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Washroom Buildings, Portable Toilets, and Community Centre Washrooms.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" y="2514600"/>
            <a:ext cx="3611880" cy="352044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D8D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3977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Washroom Building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4617720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Permanent, indoor facilities located in larger parks.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07408" y="2514600"/>
            <a:ext cx="3611880" cy="352044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D8D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27448" y="3977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Portable Toilet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910328" y="4617720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Temporary, outdoor restrooms available in some parks, often during summer.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11896" y="2514600"/>
            <a:ext cx="3611880" cy="352044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D8D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631936" y="3977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Centre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Washroom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814816" y="4742180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Indoor facilities located inside community centres near or within parks.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486912" y="6482082"/>
            <a:ext cx="5635752" cy="320040"/>
          </a:xfrm>
          <a:prstGeom prst="rect">
            <a:avLst/>
          </a:prstGeom>
          <a:solidFill>
            <a:srgbClr val="D5DCC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A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of Toronto Parks</a:t>
            </a:r>
            <a:endParaRPr lang="en-US" sz="1400" i="1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1190567-61FD-7ECC-77AD-F02B7DFA3F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788920"/>
            <a:ext cx="2514600" cy="10668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07040DA-A3DE-B84D-11B7-65E6CAE5E1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6612" y="2788920"/>
            <a:ext cx="2514600" cy="10668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98FB7FC-D61C-2A67-EA87-819AA08856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0536" y="2788920"/>
            <a:ext cx="2514600" cy="106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111</Words>
  <Application>Microsoft Macintosh PowerPoint</Application>
  <PresentationFormat>Widescreen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Ayesha R</cp:lastModifiedBy>
  <cp:revision>3</cp:revision>
  <dcterms:created xsi:type="dcterms:W3CDTF">2026-02-11T04:26:18Z</dcterms:created>
  <dcterms:modified xsi:type="dcterms:W3CDTF">2026-02-11T04:33:43Z</dcterms:modified>
</cp:coreProperties>
</file>